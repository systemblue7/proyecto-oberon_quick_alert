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716000" cy="243838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EGURIDAD BLANC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6350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0000" y="6710400"/>
            <a:ext cx="12240000" cy="56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0">
                <a:latin typeface="Century Gothic"/>
              </a:rPr>
              <a:t>Antioquia, Abejorral, 20 de noviembre del 2025</a:t>
            </a:r>
          </a:p>
        </p:txBody>
      </p:sp>
      <p:pic>
        <p:nvPicPr>
          <p:cNvPr id="4" name="Picture 3" descr="TA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0000" y="6710400"/>
            <a:ext cx="540000" cy="54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440000" y="6710400"/>
            <a:ext cx="2844000" cy="56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latin typeface="Century Gothic"/>
              </a:rPr>
              <a:t>Boletín No. 110</a:t>
            </a:r>
          </a:p>
        </p:txBody>
      </p:sp>
      <p:pic>
        <p:nvPicPr>
          <p:cNvPr id="6" name="Picture 5" descr="TA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7430400"/>
            <a:ext cx="468000" cy="46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60000" y="7430400"/>
            <a:ext cx="7218000" cy="56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latin typeface="Century Gothic"/>
              </a:rPr>
              <a:t>CALLE 45 # 36 - 89</a:t>
            </a:r>
          </a:p>
        </p:txBody>
      </p:sp>
      <p:pic>
        <p:nvPicPr>
          <p:cNvPr id="8" name="Picture 7" descr="TAX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8150400"/>
            <a:ext cx="468000" cy="46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60000" y="8150400"/>
            <a:ext cx="12362400" cy="493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latin typeface="Century Gothic"/>
              </a:rPr>
              <a:t>BLOQUEO POR PLANTÓN DURANTE AUDIENCIA JUDICIAL DEL EXPRESIDENTE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8870400"/>
            <a:ext cx="12441600" cy="2545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latin typeface="Century Gothic"/>
              </a:rPr>
              <a:t>Este 19 de octubre de 2025, en la tarde de este lunes se registra un bloqueo en la Carrera 7 con Calle 45, en sentido occidente-oriente, generado por un plantón convocado por el colectivo “Puro Veneno” con motivo de la audiencia judicial del expresidente Álvaro Uribe Vélez. Este 28 de julio de 2025, en la</a:t>
            </a:r>
            <a:r>
              <a:rPr sz="2300" b="0">
                <a:latin typeface="Century Gothic"/>
              </a:rPr>
              <a:t> tarde de este lunes se registra un bloqueo en la Carrera 7 con Calle 45, en sentido occidente-oriente, generado por un plantón convocado por el colectivo “Puro Veneno” con motivo de la audiencia judicial del expresidente Álvaro Uribe Vélez.</a:t>
            </a:r>
          </a:p>
        </p:txBody>
      </p:sp>
      <p:pic>
        <p:nvPicPr>
          <p:cNvPr id="11" name="Picture 10" descr="Image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11750400"/>
            <a:ext cx="5886000" cy="331199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000" y="11750400"/>
            <a:ext cx="6055200" cy="2545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latin typeface="Century Gothic"/>
              </a:rPr>
              <a:t>La manifestación ha generado afectación de la calzada mixta, obligando a las autoridades a cerrar la Calle 45 entre Carreras 13 y 7. Unidades de tránsito y policía hacen presencia en la zona para controlar la situación y garantizar la seguridad vial.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15012000"/>
            <a:ext cx="1800000" cy="28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latin typeface="Century Gothic"/>
              </a:rPr>
              <a:t>Fuente: W Radio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000" y="15372000"/>
            <a:ext cx="1800000" cy="28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latin typeface="Century Gothic"/>
              </a:rPr>
              <a:t>IMPACTO: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0000" y="15372000"/>
            <a:ext cx="3600000" cy="28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latin typeface="Century Gothic"/>
              </a:rPr>
              <a:t>TERRORISMO</a:t>
            </a:r>
          </a:p>
        </p:txBody>
      </p:sp>
      <p:pic>
        <p:nvPicPr>
          <p:cNvPr id="16" name="Picture 15" descr="TODO-BIEN-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" y="15840000"/>
            <a:ext cx="540000" cy="54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32000" y="15840000"/>
            <a:ext cx="5623200" cy="561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latin typeface="Century Gothic"/>
              </a:rPr>
              <a:t>RECOMENDACIONES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000" y="16380000"/>
            <a:ext cx="12441600" cy="54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0">
                <a:latin typeface="Century Gothic"/>
              </a:rPr>
              <a:t>✅Ante los bloqueos reportados en diferentes puntos de la ciudad, como la Carrera 7 con Calle 45 y la Av. Guayacanes con Calle 38 Sur, las autoridades emiten las siguientes recomendaciones:
✅Evite transitar por zonas de manifestación: si puede, reprograme sus desplazamientos o utilice rutas alternas como la Avenida Caracas, Carrera 30 (NQS) o Avenida Circunvalar.
✅Proteja a menores y adultos mayores: si se moviliza con personas vulnerables, evite transitar cerca de aglomeraciones por seguridad.
✅Use transporte alternativo: de ser posible, opte por el uso de bicicleta, caminar si la distancia lo permite, o planifique rutas con aplicaciones de movilidad en tiempo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