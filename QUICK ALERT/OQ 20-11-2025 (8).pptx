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GUR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2500" b="0">
                <a:latin typeface="Century Gothic"/>
              </a:rPr>
              <a:t>Antioquia, Peñol, 20 de noviembre del 2025</a:t>
            </a:r>
          </a:p>
        </p:txBody>
      </p:sp>
      <p:pic>
        <p:nvPicPr>
          <p:cNvPr id="4" name="Picture 3" descr="TAXI.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140</a:t>
            </a:r>
          </a:p>
        </p:txBody>
      </p:sp>
      <p:pic>
        <p:nvPicPr>
          <p:cNvPr id="6" name="Picture 5" descr="TAXI.png"/>
          <p:cNvPicPr>
            <a:picLocks noChangeAspect="1"/>
          </p:cNvPicPr>
          <p:nvPr/>
        </p:nvPicPr>
        <p:blipFill>
          <a:blip r:embed="rId3"/>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45</a:t>
            </a:r>
          </a:p>
        </p:txBody>
      </p:sp>
      <p:pic>
        <p:nvPicPr>
          <p:cNvPr id="8" name="Picture 7" descr="TAXI.png"/>
          <p:cNvPicPr>
            <a:picLocks noChangeAspect="1"/>
          </p:cNvPicPr>
          <p:nvPr/>
        </p:nvPicPr>
        <p:blipFill>
          <a:blip r:embed="rId3"/>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lunes se registra un bloqueo en la Carrera 7 con Calle 45, en sentido occidente-oriente, generado por un plantón convocado por el colectivo “Puro Veneno” con motivo de la audiencia judicial del expresidente Álvaro Uribe Vélez.</a:t>
            </a:r>
          </a:p>
        </p:txBody>
      </p:sp>
      <p:pic>
        <p:nvPicPr>
          <p:cNvPr id="11" name="Picture 10" descr="Imagen2.png"/>
          <p:cNvPicPr>
            <a:picLocks noChangeAspect="1"/>
          </p:cNvPicPr>
          <p:nvPr/>
        </p:nvPicPr>
        <p:blipFill>
          <a:blip r:embed="rId4"/>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IMPACTO:</a:t>
            </a:r>
          </a:p>
        </p:txBody>
      </p:sp>
      <p:sp>
        <p:nvSpPr>
          <p:cNvPr id="15" name="TextBox 14"/>
          <p:cNvSpPr txBox="1"/>
          <p:nvPr/>
        </p:nvSpPr>
        <p:spPr>
          <a:xfrm>
            <a:off x="216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VIAL</a:t>
            </a:r>
          </a:p>
        </p:txBody>
      </p:sp>
      <p:pic>
        <p:nvPicPr>
          <p:cNvPr id="16" name="Picture 15" descr="TODO-BIEN-.png"/>
          <p:cNvPicPr>
            <a:picLocks noChangeAspect="1"/>
          </p:cNvPicPr>
          <p:nvPr/>
        </p:nvPicPr>
        <p:blipFill>
          <a:blip r:embed="rId5"/>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