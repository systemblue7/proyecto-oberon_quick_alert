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2500" b="0">
                <a:latin typeface="Century Gothic"/>
              </a:rPr>
              <a:t>Antioquia, Bello,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105</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 # 25 - 36 </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 Veneno” con motivo de la audiencia judicial del expresidente Ál</a:t>
            </a:r>
            <a:r>
              <a:rPr sz="2300" b="0">
                <a:latin typeface="Century Gothic"/>
              </a:rPr>
              <a:t>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VIAL</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